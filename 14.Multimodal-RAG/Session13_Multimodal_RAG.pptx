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1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 — RAG That Can See, Read, and Watch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Module 4: Retrieval-Augmented Generation &amp; Multimodal Systems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12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Text-only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 (text, images, video)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embeddings + descriptions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Q&amp;A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+ Images + Charts +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extends RAG to handle visual content: images, charts, and YouTube videos alongside text.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→ Image RAG → YouTube RAG → Combined Assistant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Multimodal RAG?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Knowledge is Visual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14813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scans, financial charts, diagrams, and screenshots contain critical information that text alone cannot capture.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94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00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Mapping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71600" y="2578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image or chart often encodes as much information as a full document.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4728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55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is Untapped Gold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36758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transcripts are searchable, but context from visuals (e.g., demonstrations, code walkthroughs) matters.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Vision Natively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images in one API call. No special encoding needed.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Vision: One API Call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image(s) + text question to Gemini. Get context-aware response.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model='gemini-2.5-flash',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'role': 'user',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[image, 'What is in this chart?']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Search Images?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doesn't work on photos. You need a different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1: Describe Then Embed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Gemini describes → embed description → text search → pass original image back.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371600"/>
            <a:ext cx="1554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7744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51760" y="1371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1760" y="1371600"/>
            <a:ext cx="1554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80560" y="1371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0560" y="1371600"/>
            <a:ext cx="15544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09360" y="1371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371600"/>
            <a:ext cx="15544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2286000"/>
            <a:ext cx="8046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237744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Describe image with Gemini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= gemini_describe(image)  # 'Bar chart showing Q1-Q4 revenue...'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Embed the description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embed_model.encode(desc)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Store with original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store(emb, image, desc)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2: Native Multimodal Embeddings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2 (preview)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1600" y="1463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embeds text + images + video + audio into 3072-dim space.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031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148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Multimodal Search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37160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'revenue chart' and get both text docs and relevant images in same result set.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1089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154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7160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descriptions needed. Direct image-to-embedding. Available soon.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 RAG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transcript → Chunk → Embed → Search → Answer with video context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RAG Pipeline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Transcript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840480" y="1097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YouTube Transcript API for any public video.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202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by Timestamp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84048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timestamps to link back to exact moments in video.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7889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Store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84048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chunks + timestamps in vector DB (Chroma, Weaviate, etc.)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Retrieve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84048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most relevant chunks. Return [chunk, video_id, timestamp].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RAG in 4 Lines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005840"/>
            <a:ext cx="7589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youtube_transcript_api import YouTubeTranscriptApi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transcript with timestamps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 = YouTubeTranscriptApi.get_transcript(video_id)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 by time (e.g., every 60 seconds)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chunk_by_seconds(transcript, window=60)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Embed &amp; store with timestamps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chunks: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 = embed_model.encode(chunk['text'])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db.add(emb, {'text': chunk['text'], 'start_time': chunk['start']})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Multi-Source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docs + Images + Video transcripts, all in one system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Architecture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822960" y="11887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188720"/>
            <a:ext cx="21031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34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question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2608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188720"/>
            <a:ext cx="21031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1234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text? image-search? video-search?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0" y="11887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1188720"/>
            <a:ext cx="21031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1234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DB / Image descriptions / Video transcripts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97280" y="2926080"/>
            <a:ext cx="694944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29718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matched store(s) → Pass to Gemini → Generate answer with context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Pattern Revisited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Classification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14813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or LLM classifies incoming question: text-search, image-search, or video-search?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94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00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 Routing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71600" y="2578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appropriate retriever: Text DB, Image descriptions, or Video transcripts.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4728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55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36758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retrieve from all stores and pass combined results to Gemini for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Costs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840480" y="1143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pricing depends on image resolution and count. Budget accordingly.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031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Limits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84048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APIs have size limits (e.g., 20MB for Gemini). Compress or chunk large videos.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1089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Multimodal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840480" y="3154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text-only RAG if content is primarily textual. Multimodal when visuals add critical info.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2 Preview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Embedding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Video, Audio,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now, GA soon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5882"/>
            </a:avLst>
          </a:prstGeom>
          <a:solidFill>
            <a:srgbClr val="FEF3C7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3794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changer: One model for text + all visual content. No intermediate descriptions needed. True multimodal search.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RAG vs Multimodal RAG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Images + Video +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embedding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Describe-then-embed or multimodal emb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(routing, multiple stores)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(vision API + embeddings)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multimodal RAG systems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Exercises Today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12471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24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91640" y="1078992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Q&amp;A Bot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1417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transcript from a public YouTube video, chunk by timestamp, embed, and build a RAG system to answer questions about video content.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2316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54203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5420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91640" y="2496312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Q&amp;A System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9164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charts using Gemini Vision, embed descriptions, and create a retriever that returns original charts when matched by semantic search.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840480"/>
            <a:ext cx="54864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95935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959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(Bonus)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91640" y="3913632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Router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91640" y="4251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router that classifies queries and retrieves from text + image + video stores. Pass results to Gemini for synthesis.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What's Next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6128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1247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 extends RAG beyond text to images, charts, and videos.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17373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7373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8105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'Describe then embed' strategy works now. Native multimodal embeddings coming soon.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48640" y="24231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3288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4963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transcripts + timestamps = rich, searchable video knowledge.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31089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48640" y="31089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1868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182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pattern routes queries to the right knowledge source automatically.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48640" y="37947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04488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38679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complete! Next: Module 5 — Fine-Tuning &amp; Custom LLMs.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13 — Multimodal RAG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2026-04-18T04:18:02Z</dcterms:created>
  <dcterms:modified xsi:type="dcterms:W3CDTF">2026-04-18T04:18:02Z</dcterms:modified>
</cp:coreProperties>
</file>