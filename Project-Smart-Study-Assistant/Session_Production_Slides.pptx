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Project to Production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Use Cases &amp; Interview Prep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Boston Institute of Analytics | Pune Campus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3474720"/>
            <a:ext cx="201168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66160" y="3474720"/>
            <a:ext cx="2011680" cy="10972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0720" y="3474720"/>
            <a:ext cx="201168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0" y="3611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Interviews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Session Roadmap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828800" cy="2743200"/>
          </a:xfrm>
          <a:prstGeom prst="rect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Architecture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Deep-Dive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51760" y="1097280"/>
            <a:ext cx="1828800" cy="2743200"/>
          </a:xfrm>
          <a:prstGeom prst="rect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⚙️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0" y="2103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Production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Patterns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1828800" cy="2743200"/>
          </a:xfrm>
          <a:prstGeom prst="rect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Real-World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 Cases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1097280"/>
            <a:ext cx="1828800" cy="2743200"/>
          </a:xfrm>
          <a:prstGeom prst="rect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75120" y="1280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💼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766560" y="210312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Interview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Scenarios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Project: 10 Files, 1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CLI &amp; Streamlit UI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828800" y="10058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main.py • app.py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0972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Orchestration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0" y="15087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router.py • agent.py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10972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Intelligence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20116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retriever.py • tools.py • evaluator.py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09728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14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Pipeline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28800" y="2514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vectorstore.py • loader.py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1097280" cy="32004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Foundation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30175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config.py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Everything connected, nothing tangled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Separation of Concerns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Why 10 Files, Not 1?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828800" cy="2560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Maintainability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Fix bugs in ONE place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1828800" cy="2560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5176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Testability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21945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Test each module independently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1828800" cy="2560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Reusability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1945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 brain logic in CLI, Streamlit,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463040"/>
            <a:ext cx="1828800" cy="25603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75120" y="219456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Scale without refactoring everything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💡 Key: Swap UI without touching brain logic. Same modules, different frontends.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Faces, One Brain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3474720"/>
          </a:xfrm>
          <a:prstGeom prst="rect">
            <a:avLst/>
          </a:prstGeom>
          <a:solidFill>
            <a:srgbClr val="1A2332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main.py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router import StudyRouter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loader import PDFLoader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vectorstore import VectorStore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 interface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__name__ == '__main__':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474720"/>
          </a:xfrm>
          <a:prstGeom prst="rect">
            <a:avLst/>
          </a:prstGeom>
          <a:solidFill>
            <a:srgbClr val="1A2332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0" dir="27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188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20640" y="164592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router import StudyRouter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loader import PDFLoader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vectorstore import VectorStore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Web interface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2560320"/>
            <a:ext cx="1828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Same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modules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Import Chain: Dependencies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657600" y="914400"/>
            <a:ext cx="1828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914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config.py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0" y="128016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657600" y="1645920"/>
            <a:ext cx="1828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loader.py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201168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57600" y="2377440"/>
            <a:ext cx="1828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377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vectorstore.py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74320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3108960"/>
            <a:ext cx="182880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retriever,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tools, evaluator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47472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657600" y="3840480"/>
            <a:ext cx="1828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router, agent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420624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4572000"/>
            <a:ext cx="182880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main.py, app.py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Pattern: Environment &amp; Config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NOT PRODUCTION READY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377440"/>
          </a:xfrm>
          <a:prstGeom prst="rect">
            <a:avLst/>
          </a:prstGeom>
          <a:solidFill>
            <a:srgbClr val="1A2332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459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'sk-1234...'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db_url = 'postgres://...'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'gpt-4'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Secrets exposed in code!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PRODUCTION READY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2377440"/>
          </a:xfrm>
          <a:prstGeom prst="rect">
            <a:avLst/>
          </a:prstGeom>
          <a:solidFill>
            <a:srgbClr val="1A2332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4592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dotenv import load_dotenv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 = os.getenv('API_KEY')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db_url = os.getenv('DB_URL')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os.getenv('MODEL')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file ignored in .gitignore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Pattern: Error Handling &amp; Caching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Error Handling at Boundaries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31920" cy="237744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 = retriever.search(query)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ConnectionError: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 = cache.get(query)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Exception as e: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logger.error(f'Search: {e}')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results = []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Caching (Streamlit)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37744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463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@st.cache_resource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load_vectorstore():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VectorStore()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@st.cache_data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search(query):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retriever.search(query)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86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Graceful degradation: handle failures, cache misses, slowness with fallbacks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Checklist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.gitignore excludes .env, __pycache__, .DS_Store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requirements.txt with pinned versions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README with setup instructions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Logging configured at module level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No secrets in code or config files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Error handling at API/DB boundaries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Unit tests for core modules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✓ Environment variables for config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1: Customer Support Bot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 Docs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3040" y="141732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214884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20116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Support 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88036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20116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 Dashboard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1005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Tools &amp; Capabilities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13716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Escalate to human: Customer still unhappy? Route to support 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1828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Process refund: Damaged item? Check eligibility, issue refund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286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Check order status: Where's my package? Query order 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743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Find FAQ: Common questions answered automatically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200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Benefits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17520" y="3566160"/>
            <a:ext cx="5577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24/7 support, instant responses, reduce ticket volume by 60%, escalate complex issues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1: Architecture Mapping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Same architecture, different data &amp; tools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6459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Data Source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280160"/>
            <a:ext cx="30175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PDF study materials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1280160"/>
            <a:ext cx="338328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Product docs, FAQs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Loader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169164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loader.py (PDF parsing)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0" y="1691640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loader.py (PDF/Markdown)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03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Vector 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2103120"/>
            <a:ext cx="30175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vectorstore.py (same)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2103120"/>
            <a:ext cx="338328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vectorstore.py (same)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14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Retriever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251460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2514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retriever.py (semantic search)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514600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retriever.py (exact same)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16459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94560" y="2926080"/>
            <a:ext cx="30175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tools.py (search, summarize)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2926080"/>
            <a:ext cx="338328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tools.py (escalate, refund, order_status)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Router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94560" y="333756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router.py (question type)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03520" y="3337560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router.py (issue category)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749040"/>
            <a:ext cx="16459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UI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94560" y="3749040"/>
            <a:ext cx="30175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app.py (Streamlit)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03520" y="3749040"/>
            <a:ext cx="338328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app.py (chat interface)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2: Legal Document Analyzer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Contracts &amp; Case Law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3040" y="141732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Legal RAG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214884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20116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Legal 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88036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20116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Dashboard + Report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1005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Tools &amp; Capabilities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13716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Find clause: Search for specific contract language (indemnity, liability)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1828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Compare contracts: Highlight differences between versions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286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Flag risks: Identify unusual terms or missing clauses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743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Case law search: Relevant precedents for disputes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2004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9488"/>
                </a:solidFill>
              </a:rPr>
              <a:t>Extras: Local embeddings for privacy, no cloud storage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2: Architecture Mapping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Same architecture, different domain constraints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6459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Data Source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280160"/>
            <a:ext cx="30175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1280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PDF study materials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303520" y="1280160"/>
            <a:ext cx="338328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9496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Contract PDFs, case law docs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6916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Loader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94560" y="169164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691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loader.py (PDF)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303520" y="1691640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loader.py (PDF with OCR for scans)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16459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1031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Vector Store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2103120"/>
            <a:ext cx="30175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vectorstore.py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303520" y="2103120"/>
            <a:ext cx="338328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103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vectorstore.py (LOCAL embeddings)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146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Retriever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251460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0" y="2514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retriever.py (semantic search)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303520" y="2514600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retriever.py (legal term index)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926080"/>
            <a:ext cx="16459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926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Tools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94560" y="2926080"/>
            <a:ext cx="30175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29260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tools.py (search, summarize)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2926080"/>
            <a:ext cx="338328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2926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tools.py (find_clause, compare, flag_risks)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16459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Router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94560" y="3337560"/>
            <a:ext cx="30175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8600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router.py (question routing)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303520" y="3337560"/>
            <a:ext cx="338328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94960" y="3337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router.py (contract vs case law)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3749040"/>
            <a:ext cx="16459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749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Security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194560" y="3749040"/>
            <a:ext cx="301752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0" y="3749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app.py (cloud OK)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303520" y="3749040"/>
            <a:ext cx="3383280" cy="365760"/>
          </a:xfrm>
          <a:prstGeom prst="rect">
            <a:avLst/>
          </a:prstGeom>
          <a:solidFill>
            <a:srgbClr val="F0FDFA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3749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app.py (local only, no cloud)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 3: Company Knowledge Base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Confluence, Slack,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Meetings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63040" y="141732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Internal RAG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214884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514600"/>
            <a:ext cx="20116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KB 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88036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201168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Slack Bot + Portal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10058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Key Tools &amp; Capabilities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13716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Search wiki: 'How do we handle refunds?' -&gt; Policy doc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17520" y="18288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Summarize meeting: Auto-summary of last standup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2860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Find owner: 'Who owns billing?' -&gt; Routing to expert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274320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Search best practices: Engineering standards, playbooks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3200400"/>
            <a:ext cx="5760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D9488"/>
                </a:solidFill>
              </a:rPr>
              <a:t>Extras: Scheduled re-indexing (new docs), access control (role-based visibility)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Pattern: Universal Architecture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8288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Smart Study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Assistant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14600" y="1371600"/>
            <a:ext cx="18288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📞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60604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1828800" cy="2286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Legal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Analyzer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371600"/>
            <a:ext cx="1828800" cy="2286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🏢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537960" y="228600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Knowledge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All have THE SAME file structure.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Only data + prompts + tools change.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The architecture is universal.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Interview: "Walk Me Through..."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Top 3 scenario questions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Q1: Walk me through your project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Data → Pipeline → Brain → Two UIs (CLI + Web). 10 files, each has 1 job. Config at foundation, UI at top.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40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Q2: How would you deploy this to production?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Environment variables (not hardcoded secrets), error handling at boundaries, caching, logging, .gitignore for secrets.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91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Q3: How would you adapt this to a new use case?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Same architecture. Swap data source, customize tools, adjust router prompts. The pattern is universal.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23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Interview: "How Would You Debug..."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Problem: Bad retrieval (wrong docs returned)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Approach: Check embeddings quality. Test chunking strategy. Verify vector similarity.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Problem: Slow responses (&gt;5 seconds)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Approach: Profile retrieval time. Add caching. Index optimization. Batch queries.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Problem: Hallucinations (made-up facts)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Approach: Reduce LLM temp. Add fact-checking tool. Enforce source citations. Improve retrieval.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Frame answers around data flow: Where is the issue? Data? Retrieval? Generation? Then debug that layer.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Architecture is universal: Config → Data → Brain → UI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Modularity matters: 10 files = 10 responsibilities, not 1 god file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Same pattern everywhere: Support, Legal, Knowledge Base all use the same 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4. Production = discipline: Env vars, error handling, caching, logging, secrets protection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5. You're interview-ready: You can now explain, adapt, and debug any RAG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2026-04-26T03:47:10Z</dcterms:created>
  <dcterms:modified xsi:type="dcterms:W3CDTF">2026-04-26T03:47:10Z</dcterms:modified>
</cp:coreProperties>
</file>