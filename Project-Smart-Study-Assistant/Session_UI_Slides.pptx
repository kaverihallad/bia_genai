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CLI to Web App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Study Assistant UI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Institute of Analytics | Pune Campus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Journey So Far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7607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TODOs Complete (CLI Phase)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Python files: main.py, RAG handler, Agent handler, Tools handler, Vector DB, File processor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CLI: notes parsing, chunking, vector indexing, RAG queries, agent reasoning, tool execution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backend: All logic tested, all modules functional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UI: No changes needed to backend—just swap input/output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5120640"/>
            <a:ext cx="768096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349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Now: Add a user-friendly web interface without touching the backend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Streamlit?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 Python Scripts into Interactive Web Apps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HTML. No JavaScript. No CSS.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 → Instantly becomes a web app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reload: Save file → browser updates automatically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widgets: buttons, sliders, text inputs, file uploads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AI/data: used by Uber, Databricks, OpenAI, etc.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free: Streamlit Cloud needs no credit card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5303520"/>
            <a:ext cx="7680960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440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760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st.title("My App")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st.write("Hello, BIA!")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Re-Run Model: KEY CONCEPT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interaction re-runs the script top-to-bottom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011680" cy="548640"/>
          </a:xfrm>
          <a:prstGeom prst="rect">
            <a:avLst/>
          </a:prstGeom>
          <a:solidFill>
            <a:srgbClr val="0D9488"/>
          </a:solidFill>
          <a:ln w="25400">
            <a:solidFill>
              <a:srgbClr val="1A2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Clicks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0" y="1920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011680" cy="548640"/>
          </a:xfrm>
          <a:prstGeom prst="rect">
            <a:avLst/>
          </a:prstGeom>
          <a:solidFill>
            <a:srgbClr val="0D9488"/>
          </a:solidFill>
          <a:ln w="25400">
            <a:solidFill>
              <a:srgbClr val="1A2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re-run Script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1920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669280" y="1828800"/>
            <a:ext cx="2011680" cy="548640"/>
          </a:xfrm>
          <a:prstGeom prst="rect">
            <a:avLst/>
          </a:prstGeom>
          <a:solidFill>
            <a:srgbClr val="0D9488"/>
          </a:solidFill>
          <a:ln w="25400">
            <a:solidFill>
              <a:srgbClr val="1A2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Update UI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matters: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reset each re-run (use st.session_state to persist)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operations run repeatedly (use conditions to prevent)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5720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NOT automatic (you must manage it explicitly)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7680960" cy="13716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2578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st.write("Count:", count)  # Runs every re-run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5138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st.button("Increment"):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7698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+= 1              # Updates on re-run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60258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st.write("New:", count)    # Shows updated value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State: Persistence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Variables reset on re-run. How keep chat history?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Solution: st.session_state (persists across re-runs)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7680960" cy="1645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Initialize (once)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33472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"messages" not in st.session_state: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43784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 = []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054096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to it (persists)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64408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st.session_state.messages.append(msg)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it (survives re-run)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685032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st.session_state.messages: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895344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st.chat_message(msg["role"]).write(msg["content"])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Key: st.session_state is a dictionary that survives re-runs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6634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once in if block (prevents re-initialization)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re-runs and browser refreshes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6692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chat history, user settings, toggles, form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61722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only on st.rerun() or Ctrl+Shift+R (hard refresh)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Components Cheat Sheet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Layout &amp; 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6576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&amp; Feedback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st.sidebar — add to sidebar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299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st.columns() — multi-column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4140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st.expander() — collapsible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980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st.text_input() — text 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1821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st.slider() — slider widget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st.file_uploader() — file input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645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st.chat_input() — message input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0299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st.chat_message() — chat bubble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4140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st.spinner() — loading indicator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7980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st.success() — green feedback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1821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st.error() — red feedback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st.radio() — mutually exclusive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have everything you need to build the Smart Study Assistant UI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Demo: Hello World → Chat in 10 Lines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st.title("Mini Chat")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38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"messages" not in st.session_state: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3969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 = []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054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st.session_state.messages: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70662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st.chat_message(msg["role"]).write(msg["content"])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07238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user_input = st.chat_input("You: ")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735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user_input: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st.session_state.messages.append({"role": "user", "content": user_input})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675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f"Echo: {user_input}"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8770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st.session_state.messages.append({"role": "assistant", "content": response})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07822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st.rerun()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Architecture: CLI vs Streamlit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4572000"/>
          </a:xfrm>
          <a:prstGeom prst="rect">
            <a:avLst/>
          </a:prstGeom>
          <a:solidFill>
            <a:srgbClr val="E8E8E8"/>
          </a:solidFill>
          <a:ln w="25400">
            <a:solidFill>
              <a:srgbClr val="1A2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 (main.py)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print() / input()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if/elif for modes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968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809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rag_handler.py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64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agent_handler.py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tools_handler.py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133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vector_db.py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5171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file_processor.py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9011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terminal 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3931920" cy="4572000"/>
          </a:xfrm>
          <a:prstGeom prst="rect">
            <a:avLst/>
          </a:prstGeom>
          <a:solidFill>
            <a:srgbClr val="E8E8E8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(app.py)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18288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st.chat_input()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28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st.radio() for modes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5968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(SAME 5 files)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9809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rag_handler.py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364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agent_handler.py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7490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tools_handler.py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4133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vector_db.py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45171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file_processor.py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49011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web browser UI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BACKEND, DIFFERENT INTERFACE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 22-23: Sidebar + Session State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will build: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session_state dict with default values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sidebar navigation: radio button to select mode (RAG/Agent/Tools)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sidebar settings: sliders for chunk_size, temperature, etc.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vector DB from index folder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indexed file count in main area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7680960" cy="18288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091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"mode" not in st.session_state: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910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st.session_state.mode = "RAG"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2486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st.sidebar.title("Settings")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44982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st.session_state.mode = st.sidebar.radio("Mode:", ["RAG", "Agent", "Tools"])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6509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chunk_size = st.sidebar.slider("Chunk size:", 100, 1000, 500)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 24-25: Load Data + Display History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will build: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VectorDB from index folder (reuse existing module)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list of indexed files in sidebar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title and description in main area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chat history from st.session_state.messages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st.chat_message() to render each message in bubble format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7680960" cy="18288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091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VectorDB("./index")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910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st.sidebar.write(f"Files: {len(db.list_files())}")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2486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st.title("Smart Study Assistant")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44982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msg in st.session_state.messages: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6509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st.chat_message(msg["role"]).write(msg["content"])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 26: Chat Handler (The Core)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Wire chat input to RAG/Agent/Tools routing: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46634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user_input = st.chat_input("You: ")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user_input: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2157984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Add user message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32257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st.session_state.messages.append({"role": "user", "content": user_input})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st.chat_message("user").write(user_input)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Route to handler based on mode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295351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st.spinner("Thinking..."):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3118104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st.session_state.mode == "RAG":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328269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response = RAGHandler(db).query(user_input)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344728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st.session_state.mode == "Agent":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361188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response = AgentHandler(db).run(user_input)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3776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st.session_state.mode == "Tools":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3941064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response = ToolsHandler().process(user_input)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424281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Add response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44074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st.session_state.messages.append({"role": "assistant", "content": response})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457200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st.chat_message("assistant").write(response)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" y="473659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st.success("Done!")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 27-28: Sources + Re-Index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Polish features: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 27: Display Sources (RAG mode)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assistant response, show sources used (if RAG mode)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st.expander("Sources") to keep UI clean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filename and chunk reference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 28: Re-Index Button + File Uploader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st.file_uploader() in sidebar for bulk PDF/text upload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"Re-Index" button to refresh vector DB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st.success() after indexing completes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3035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file count display in sidebar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TODOs make the app feel complete and professional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Built: Full Stack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0" y="1188720"/>
            <a:ext cx="3200400" cy="457200"/>
          </a:xfrm>
          <a:prstGeom prst="rect">
            <a:avLst/>
          </a:prstGeom>
          <a:solidFill>
            <a:srgbClr val="0D9488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15000" y="1719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0" y="1874520"/>
            <a:ext cx="3200400" cy="457200"/>
          </a:xfrm>
          <a:prstGeom prst="rect">
            <a:avLst/>
          </a:prstGeom>
          <a:solidFill>
            <a:srgbClr val="0D9488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Chunking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0" y="2404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0" y="2560320"/>
            <a:ext cx="3200400" cy="457200"/>
          </a:xfrm>
          <a:prstGeom prst="rect">
            <a:avLst/>
          </a:prstGeom>
          <a:solidFill>
            <a:srgbClr val="0D9488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Vectors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3090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114800" y="3246120"/>
            <a:ext cx="3200400" cy="457200"/>
          </a:xfrm>
          <a:prstGeom prst="rect">
            <a:avLst/>
          </a:prstGeom>
          <a:solidFill>
            <a:srgbClr val="1A2332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RAG/Agent/Tools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37764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114800" y="3931920"/>
            <a:ext cx="3200400" cy="457200"/>
          </a:xfrm>
          <a:prstGeom prst="rect">
            <a:avLst/>
          </a:prstGeom>
          <a:solidFill>
            <a:srgbClr val="0D9488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UI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 Input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Processing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Embeddings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Intelligence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User Interface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5029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layer uses modules you built in CLI phase: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5486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backend, new frontend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5852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rewrites needed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6217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pipeline in one app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Built a Full-Stack AI Application!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 to Web App in One Session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Institute of Analytics | Pune Campus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2026-04-24T15:56:47Z</dcterms:created>
  <dcterms:modified xsi:type="dcterms:W3CDTF">2026-04-24T15:56:47Z</dcterms:modified>
</cp:coreProperties>
</file>