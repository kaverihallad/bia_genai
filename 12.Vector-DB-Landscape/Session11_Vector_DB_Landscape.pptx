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1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Landscape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Vector Database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10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Approximate Nearest Neighbors Search. Powerful for similarity search but limited scaling.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Vectorization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loads entire index into memory. Great for learning, problematic for production.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doesn't persist queries, metadata, or user interactions. Loses context on restart.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11: Move to Production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explore managed and self-hosted vector databases with persistence, filtering, and scaling.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0700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07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08760" y="11704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Basics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14630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FAISS lacks, three categories of DBs, embedded vs managed.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945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30428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304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08760" y="22677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508760" y="2560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vs Weaviate vs Pinecone on features, scale, and pricing.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29184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40156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08760" y="33649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08760" y="3657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semantic search, RRF merging, practical examples.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891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438912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449884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08760" y="44622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2026 Trends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508760" y="4754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between DBs, pgvector, MongoDB Atlas Vector Search.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Beyond FAISS?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production deployments need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Limitations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6128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80160" y="13533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only. Restart = data loss. Unsuitable for long-running services.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8745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299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19385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80160" y="22219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nearest neighbors but can't filter by metadata. Limited real-world usefulness.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7432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9864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8072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API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80160" y="30906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as a service. Must wrap in Flask or FastAPI yourself.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6118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673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6758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Scaling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39593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size grows with vectors. Sharding and replication are your problem.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of Vector DBs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LanceDB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0" y="1234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your app. SQLite-like simplicity.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945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Weaviate, Milvus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2331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own server. Full control, ops overhead.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2918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Serverless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8016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Supabase pgvector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ops. Pay per query. Global scale.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Embedded. Open-source. Perfect for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Getting Started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and basic usage: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chromadb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chromadb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chromadb.Client()  # Persistent by 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= client.create_collection('docs')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documents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collection.add(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ids=['1'], documents=['Machine learning is...']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Features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20700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070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189280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8928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(SQLite)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Integration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57860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5786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1546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0" y="326440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2644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(single node)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44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API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0" y="395020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0" y="395020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(REST client)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Open-source. GraphQL. Built-in vectorizers. Native hybrid search.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Highlights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6128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Interface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80160" y="13533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 GraphQL. Powerful filtering and nested queries.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8745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299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19385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Vectorizers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80160" y="22219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OpenAI, Cohere, HuggingFace. No separate embeddings.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7432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9864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8072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Hybrid Search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80160" y="30906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search out of the box with configurable weights.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6118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673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6758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or Cloud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39593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or managed Weaviate Cloud.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serverless. Zero ops. Sub-33ms latency.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Features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11556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11556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+ sparse-dense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180136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80136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Pod-Based Scaling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48716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48716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billions of vectors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0632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0" y="317296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17296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(sparse-dense)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440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0" y="3858768"/>
            <a:ext cx="2011680" cy="374904"/>
          </a:xfrm>
          <a:prstGeom prst="roundRect">
            <a:avLst>
              <a:gd name="adj" fmla="val 12195"/>
            </a:avLst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0" y="3858768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(managed only)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Chroma vs Weaviate vs Pinecone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/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(native)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(sparse)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(vectors)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Billions+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/ MVPs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170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or MVP?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hybrid search + control?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210312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8346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 + zero ops?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297180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70332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1280160" y="3776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PostgreSQL already?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384048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(PostgreSQL extension)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Hybrid Search?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Semantic = Better Results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Hybrid Search Works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Query = 'best coffee in Seattle'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2344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280160" y="1307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Path (BM25)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15819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'coffee', 'Seattle' tokens exactly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488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2221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Path (Vector)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016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'espresso bar downtown', 'best latte nearby'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0632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1280160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Rank (RRF)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0160" y="3410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results, re-ranks by combined 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is superior for RAG—catches both exact matches and semantic intent.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(RRF)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for merging ranked results: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554480" y="13716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 Score = 1/(k + rank_BM25) + 1/(k + rank_Vector)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k is typically 60 (smooth tie-breaking)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974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 ranks #1 in BM25 and #3 in Vector → RRF = 1/61 + 1/63. Doc B ranks #5 in BM25 and #1 in Vector → RRF = 1/65 + 1/61. Hybrid ranking rewards balance over single-signal dominance.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Between DBs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FAISS to production-ready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Code Pattern: FAISS → Chroma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005840"/>
            <a:ext cx="7589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FAISS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faiss_index = faiss.read_index('index.faiss')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= index.reconstruct_n(0, index.ntotal)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Migrate to Chroma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chromadb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chromadb.Client()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= client.create_collection('data')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collection.add(ids=ids, embeddings=vectors, metadatas=metas)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Trend: Traditional DBs Adding Vectors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1247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(PostgreSQL)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3990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vector type + HNSW indexing. Perfect if you already use Postgres.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20391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Vector Search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23134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on MongoDB documents. Great for JSON-based RAG.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8803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29535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Vectors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32278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soon. IVFFlat indexing. Migration path for legacy MySQL apps.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vector DB solution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Exercises Today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18872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45920" y="11247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Movie Search with Chroma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143560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Chroma collection, add movie embeddings + metadata, query by title and genre.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8600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42316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231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45920" y="23591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FAISS vs Chroma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45920" y="2670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speed and verify persistence. See the difference.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520440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65760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576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(Bonus)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45920" y="35935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Hybrid Search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45920" y="390448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Weaviate locally. Implement hybrid search with both BM25 and vector paths.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What's Next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6128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515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is powerful but limited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280160" y="13533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prototypes, but production needs persistence, filtering, and scaling.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8288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424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18745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your scale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80160" y="2176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→ Chroma. Control → Weaviate. Scale → Pinecone.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6517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6517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0720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6974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is RAG's secret weapon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80160" y="2999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catches both exact and semantic matches.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4747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3016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5204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DBs are catching up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80160" y="38221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MongoDB Atlas, MySQL all adding vector capabilities.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57200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25" name="Text 18"/>
          <p:cNvSpPr/>
          <p:nvPr/>
        </p:nvSpPr>
        <p:spPr>
          <a:xfrm>
            <a:off x="822960" y="4590288"/>
            <a:ext cx="7498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Preview: Text-RAG Pipeline — Putting it all together with real documents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 — Vector DB Landscape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2026-04-11T19:37:56Z</dcterms:created>
  <dcterms:modified xsi:type="dcterms:W3CDTF">2026-04-11T19:37:56Z</dcterms:modified>
</cp:coreProperties>
</file>